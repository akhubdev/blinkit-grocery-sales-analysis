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237744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Aptos"/>
              </a:rPr>
              <a:t>blinkit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384048"/>
            <a:ext cx="47548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200" b="1">
                <a:solidFill>
                  <a:srgbClr val="191919"/>
                </a:solidFill>
                <a:latin typeface="Aptos"/>
              </a:rPr>
              <a:t>POWER BI  •  SALES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>
                <a:solidFill>
                  <a:srgbClr val="191919"/>
                </a:solidFill>
                <a:latin typeface="Aptos"/>
              </a:rPr>
              <a:t>Blinkit Grocery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777240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>
                <a:solidFill>
                  <a:srgbClr val="191919"/>
                </a:solidFill>
                <a:latin typeface="Aptos"/>
              </a:rPr>
              <a:t>Sales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337560"/>
            <a:ext cx="1005840" cy="73152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611880"/>
            <a:ext cx="713232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900" b="0">
                <a:solidFill>
                  <a:srgbClr val="373737"/>
                </a:solidFill>
                <a:latin typeface="Aptos"/>
              </a:rPr>
              <a:t>An interactive dashboard to explore sales,
product categories and outlet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011680"/>
            <a:ext cx="2331720" cy="2331720"/>
          </a:xfrm>
          <a:prstGeom prst="round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2468880"/>
            <a:ext cx="196596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900" b="1">
                <a:solidFill>
                  <a:srgbClr val="191919"/>
                </a:solidFill>
                <a:latin typeface="Aptos"/>
              </a:rPr>
              <a:t>$1.20M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063240"/>
            <a:ext cx="19659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1">
                <a:solidFill>
                  <a:srgbClr val="646464"/>
                </a:solidFill>
                <a:latin typeface="Aptos"/>
              </a:rPr>
              <a:t>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715000"/>
            <a:ext cx="59436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646464"/>
                </a:solidFill>
                <a:latin typeface="Aptos"/>
              </a:rPr>
              <a:t>Power BI  |  Power Query  |  DAX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72200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Prepared by Akash 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172200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00" b="0">
                <a:solidFill>
                  <a:srgbClr val="646464"/>
                </a:solidFill>
                <a:latin typeface="Aptos"/>
              </a:rPr>
              <a:t>Portfolio Project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14400"/>
            <a:ext cx="77724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Dataset, objective and tools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ptos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542032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235915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8,523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35915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Aptos"/>
              </a:rP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828800"/>
            <a:ext cx="2542032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984248"/>
            <a:ext cx="235915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423160"/>
            <a:ext cx="235915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Aptos"/>
              </a:rPr>
              <a:t>outlets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828800"/>
            <a:ext cx="2542032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1984248"/>
            <a:ext cx="235915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$1.20M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423160"/>
            <a:ext cx="235915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Aptos"/>
              </a:rPr>
              <a:t>total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1828800"/>
            <a:ext cx="2542032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44584" y="1984248"/>
            <a:ext cx="235915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3.92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2423160"/>
            <a:ext cx="235915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Aptos"/>
              </a:rPr>
              <a:t>average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4937760" cy="7315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0">
                <a:solidFill>
                  <a:srgbClr val="373737"/>
                </a:solidFill>
                <a:latin typeface="Aptos"/>
              </a:rPr>
              <a:t>Compare sales by item type, fat content and outlet characteristics.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3756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Tools &amp; techniques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58768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703320"/>
            <a:ext cx="47365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Power BI Desktop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79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7" y="4142231"/>
            <a:ext cx="47365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Power Query data cleaning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736592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7" y="4581144"/>
            <a:ext cx="47365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DAX measures and KPI cards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175504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7" y="5020056"/>
            <a:ext cx="47365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Interactive slicers and visuals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06440"/>
            <a:ext cx="10515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ptos"/>
              </a:rPr>
              <a:t>Dataset: BlinkIT Grocery Data.xlsx • Kaggle sample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14400"/>
            <a:ext cx="77724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What questions should a sales dashboard help answer?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ptos"/>
              </a:rPr>
              <a:t>03 /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900" b="1">
                <a:solidFill>
                  <a:srgbClr val="191919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663440" cy="1371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0">
                <a:solidFill>
                  <a:srgbClr val="373737"/>
                </a:solidFill>
                <a:latin typeface="Aptos"/>
              </a:rPr>
              <a:t>Headline sales alone do not explain which product groups or outlet characteristics are associated with stronger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737360"/>
            <a:ext cx="53949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63640" y="2240279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2084831"/>
            <a:ext cx="437083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Which item types contribute the most sales?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880359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724911"/>
            <a:ext cx="437083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How do sales differ by fat content?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39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3364991"/>
            <a:ext cx="437083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How do outlet size and location tiers compare?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19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4005071"/>
            <a:ext cx="437083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0">
                <a:solidFill>
                  <a:srgbClr val="373737"/>
                </a:solidFill>
                <a:latin typeface="Aptos"/>
              </a:rPr>
              <a:t>How do sales vary by outlet establishment year?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94960"/>
            <a:ext cx="1060704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Scope limitation: no transaction dates or customer IDs are available, so this report does not claim monthly trends or customer-level behaviour.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My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14400"/>
            <a:ext cx="77724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From raw data to an interactive Power BI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ptos"/>
              </a:rPr>
              <a:t>04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21208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7" y="2075688"/>
            <a:ext cx="566928" cy="566928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93392"/>
            <a:ext cx="39776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Inspect &amp;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77440"/>
            <a:ext cx="3977639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373737"/>
                </a:solidFill>
                <a:latin typeface="Aptos"/>
              </a:rPr>
              <a:t>Standardized fat-content labels and checked missing item-weight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1208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64808" y="2075688"/>
            <a:ext cx="566928" cy="566928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075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93392"/>
            <a:ext cx="39776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Build 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377440"/>
            <a:ext cx="3977639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373737"/>
                </a:solidFill>
                <a:latin typeface="Aptos"/>
              </a:rPr>
              <a:t>Created DAX measures for sales, average sales, item count, rating and outlets.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21208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7" y="3904487"/>
            <a:ext cx="566928" cy="566928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904487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22191"/>
            <a:ext cx="39776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Design visuals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06240"/>
            <a:ext cx="3977639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373737"/>
                </a:solidFill>
                <a:latin typeface="Aptos"/>
              </a:rPr>
              <a:t>Built KPI cards, category charts, outlet comparisons and a summary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521208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64808" y="3904487"/>
            <a:ext cx="566928" cy="566928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64808" y="3904487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822191"/>
            <a:ext cx="3977639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Enable exploration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206240"/>
            <a:ext cx="3977639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373737"/>
                </a:solidFill>
                <a:latin typeface="Aptos"/>
              </a:rPr>
              <a:t>Added slicers and a metric selector for interactive comparisons.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515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646464"/>
                </a:solidFill>
                <a:latin typeface="Aptos"/>
              </a:rPr>
              <a:t>Workflow: Power Query → DAX → Visual design → Interactive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Dashboard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14400"/>
            <a:ext cx="77724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Findings are based on the dashboard built for this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ptos"/>
              </a:rP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961" y="1572768"/>
            <a:ext cx="6824079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1783080"/>
            <a:ext cx="41148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Aptos"/>
              </a:rPr>
              <a:t>What the data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2395728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2240280"/>
            <a:ext cx="40507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>
                <a:solidFill>
                  <a:srgbClr val="373737"/>
                </a:solidFill>
                <a:latin typeface="Aptos"/>
              </a:rPr>
              <a:t>Total sales are about $1.20M across 8,523 item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3218688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3063240"/>
            <a:ext cx="40507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>
                <a:solidFill>
                  <a:srgbClr val="373737"/>
                </a:solidFill>
                <a:latin typeface="Aptos"/>
              </a:rPr>
              <a:t>Regular-fat items: about $776.32K; low-fat: about $425.36K.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4041648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3886200"/>
            <a:ext cx="40507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>
                <a:solidFill>
                  <a:srgbClr val="373737"/>
                </a:solidFill>
                <a:latin typeface="Aptos"/>
              </a:rPr>
              <a:t>Fruits &amp; Vegetables and Snack Foods are top item types (about $0.18M each).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4864608"/>
            <a:ext cx="82296" cy="82296"/>
          </a:xfrm>
          <a:prstGeom prst="roundRect">
            <a:avLst/>
          </a:prstGeom>
          <a:solidFill>
            <a:srgbClr val="267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4709160"/>
            <a:ext cx="4050792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>
                <a:solidFill>
                  <a:srgbClr val="373737"/>
                </a:solidFill>
                <a:latin typeface="Aptos"/>
              </a:rPr>
              <a:t>Tier 3 outlets lead the displayed location comparison (about $472.13K).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5669280"/>
            <a:ext cx="42062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Aptos"/>
              </a:rPr>
              <a:t>Descriptive patterns only; they do not establish cause and effect.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5F804E-D082-AFDB-E3DA-8D2A4970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8" y="1783080"/>
            <a:ext cx="6279024" cy="4058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>
                <a:solidFill>
                  <a:srgbClr val="191919"/>
                </a:solidFill>
                <a:latin typeface="Aptos"/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14400"/>
            <a:ext cx="77724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Actions to investigate based on the observed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646464"/>
                </a:solidFill>
                <a:latin typeface="Aptos"/>
              </a:rP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9728" cy="694944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Review top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73152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Check availability and assortment for Fruits &amp; Vegetables and Snack Foods.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07208"/>
            <a:ext cx="109728" cy="694944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Compare outlet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07208"/>
            <a:ext cx="73152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Investigate what differentiates Tier 3 outlets before replicating practices.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31336"/>
            <a:ext cx="109728" cy="694944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31336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Review product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31336"/>
            <a:ext cx="73152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Compare regular vs low-fat sales with margin and demand before changing assortment.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55464"/>
            <a:ext cx="109728" cy="694944"/>
          </a:xfrm>
          <a:prstGeom prst="round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855464"/>
            <a:ext cx="265176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Strengthen future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55464"/>
            <a:ext cx="73152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Add transaction dates, units, margins and order/customer data for deeper insights.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89320"/>
            <a:ext cx="10515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ptos"/>
              </a:rPr>
              <a:t>Validate recommendations with operational and profitability data before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48640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34440"/>
            <a:ext cx="822960" cy="54864"/>
          </a:xfrm>
          <a:prstGeom prst="rect">
            <a:avLst/>
          </a:prstGeom>
          <a:solidFill>
            <a:srgbClr val="FFC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955279" cy="9601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100" b="0">
                <a:solidFill>
                  <a:srgbClr val="373737"/>
                </a:solidFill>
                <a:latin typeface="Aptos"/>
              </a:rPr>
              <a:t>This project converts a grocery sales sample dataset into an interactive report for comparing product and outlet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7040880" cy="1371600"/>
          </a:xfrm>
          <a:prstGeom prst="round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172968"/>
            <a:ext cx="15544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6400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>
                <a:solidFill>
                  <a:srgbClr val="373737"/>
                </a:solidFill>
                <a:latin typeface="Aptos"/>
              </a:rPr>
              <a:t>Data cleaning  •  DAX KPIs  •  Interactive visuals  •  Slicers  • 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2011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Dataset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795527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Aptos"/>
              </a:rPr>
              <a:t>Kaggle — BlinkIT Grocery Data sample used for this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Aptos"/>
              </a:rPr>
              <a:t>Note: sample/educational data; not verified internal Blinkit transaction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074920"/>
            <a:ext cx="25603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2400" b="1">
                <a:solidFill>
                  <a:srgbClr val="191919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562356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100" b="0">
                <a:solidFill>
                  <a:srgbClr val="646464"/>
                </a:solidFill>
                <a:latin typeface="Aptos"/>
              </a:rPr>
              <a:t>Akash Das • Data Analytics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535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Das</cp:lastModifiedBy>
  <cp:revision>2</cp:revision>
  <dcterms:created xsi:type="dcterms:W3CDTF">2013-01-27T09:14:16Z</dcterms:created>
  <dcterms:modified xsi:type="dcterms:W3CDTF">2026-10-17T15:49:51Z</dcterms:modified>
  <cp:category/>
</cp:coreProperties>
</file>